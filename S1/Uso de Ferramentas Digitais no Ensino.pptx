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Arial Narrow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qwmUTdVfjRzp3bmwtTYQR6/BV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.fntdata"/><Relationship Id="rId10" Type="http://schemas.openxmlformats.org/officeDocument/2006/relationships/font" Target="fonts/ArialNarrow-regular.fntdata"/><Relationship Id="rId13" Type="http://schemas.openxmlformats.org/officeDocument/2006/relationships/font" Target="fonts/ArialNarrow-boldItalic.fntdata"/><Relationship Id="rId12" Type="http://schemas.openxmlformats.org/officeDocument/2006/relationships/font" Target="fonts/ArialNarrow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0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1" name="Google Shape;61;p1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14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6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4180113" cy="18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4924655" y="4615008"/>
            <a:ext cx="653717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FELIPE GUSTAVO VASCONCELOS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LUCIANO CAIO MARTINS NEVES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JUAN LENNON SOARES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PEDRO RENAN ALVES CARNEIRO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5664192" y="2365089"/>
            <a:ext cx="505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USO DE FERRAMENTAS DIGITAIS NO ENSINO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424543" y="5809918"/>
            <a:ext cx="32004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POLO SOBRAL - 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0" y="293914"/>
            <a:ext cx="12192000" cy="707886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O'QUE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É COMPUTAÇÃO PARA NÓS</a:t>
            </a:r>
            <a:endParaRPr b="1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0" y="1001800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0" y="293914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45699" y="1516811"/>
            <a:ext cx="1163128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Computação é um dos pilares do mundo moderno, sendo fundamental para o desenvolvimento da sociedade atual, ela está presente em praticamente todas as áreas do conhecimento, influenciando desde a comunicação até a indústria. Essas inovações trouxeram inúmeros benefícios, impulsionando o progresso em várias áreas. No entanto, nem todos os efeitos são positivos, pois também surgiram desafios e problemas, como a disseminação de fake news, entre outros.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-4026" y="5863949"/>
            <a:ext cx="2329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 CARNEIRO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0" y="293914"/>
            <a:ext cx="12192000" cy="707886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NOSSAS ÁREAS DE INTERESSE</a:t>
            </a:r>
            <a:endParaRPr b="1" sz="4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0" y="1001800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293914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273171" y="1516811"/>
            <a:ext cx="1191882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Pretendo seguir na área de dados porque, desde o início, tive facilidade em entender o que é feito nessa área e como as tecnologias funcionam. Durante meus estudos, percebi que consigo acompanhar bem os conteúdos e compreender os conceitos com relativa facilidade, o que me motivou ainda mais a continuar nesse caminho. A área de dados também me chama atenção por estar em constante aumento de interresse por parte da comunidade de computação em geral, devido á IA´s e etc.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-4026" y="5863949"/>
            <a:ext cx="2329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 CARNEIRO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0" y="293914"/>
            <a:ext cx="12192000" cy="52322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 IMPORTÂNCIA DA COMPUTAÇÃO NO ENSINO E NA </a:t>
            </a:r>
            <a:r>
              <a:rPr b="1" lang="en-US" sz="2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SOCIEDADE</a:t>
            </a:r>
            <a:endParaRPr b="1" sz="2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0" y="829272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0" y="293914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273171" y="1329905"/>
            <a:ext cx="1191882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943" y="538843"/>
            <a:ext cx="4180113" cy="18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3777342" y="3429000"/>
            <a:ext cx="46373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OBRIGADO!!!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2019-08-21T14:04:01Z</dcterms:created>
  <dc:creator>João Paulo Viana</dc:creator>
</cp:coreProperties>
</file>